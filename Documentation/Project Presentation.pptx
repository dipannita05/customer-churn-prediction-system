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2" r:id="rId4"/>
    <p:sldId id="261" r:id="rId5"/>
    <p:sldId id="260" r:id="rId6"/>
    <p:sldId id="263" r:id="rId7"/>
    <p:sldId id="262" r:id="rId8"/>
    <p:sldId id="264" r:id="rId9"/>
    <p:sldId id="266" r:id="rId10"/>
    <p:sldId id="267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jeet Thakur" userId="6e202b16-1a41-44fa-a56c-6ea815002fd8" providerId="ADAL" clId="{36409CA2-4E6A-4548-BC67-38B2780BEA99}"/>
    <pc:docChg chg="undo custSel delSld modSld modMainMaster modNotesMaster">
      <pc:chgData name="Abhijeet Thakur" userId="6e202b16-1a41-44fa-a56c-6ea815002fd8" providerId="ADAL" clId="{36409CA2-4E6A-4548-BC67-38B2780BEA99}" dt="2026-04-29T04:41:30.482" v="377" actId="113"/>
      <pc:docMkLst>
        <pc:docMk/>
      </pc:docMkLst>
      <pc:sldChg chg="delSp modSp mod">
        <pc:chgData name="Abhijeet Thakur" userId="6e202b16-1a41-44fa-a56c-6ea815002fd8" providerId="ADAL" clId="{36409CA2-4E6A-4548-BC67-38B2780BEA99}" dt="2026-04-29T04:41:30.482" v="377" actId="113"/>
        <pc:sldMkLst>
          <pc:docMk/>
          <pc:sldMk cId="0" sldId="256"/>
        </pc:sldMkLst>
        <pc:spChg chg="mod">
          <ac:chgData name="Abhijeet Thakur" userId="6e202b16-1a41-44fa-a56c-6ea815002fd8" providerId="ADAL" clId="{36409CA2-4E6A-4548-BC67-38B2780BEA99}" dt="2026-04-29T04:31:01.446" v="0"/>
          <ac:spMkLst>
            <pc:docMk/>
            <pc:sldMk cId="0" sldId="256"/>
            <ac:spMk id="2" creationId="{00000000-0000-0000-0000-000000000000}"/>
          </ac:spMkLst>
        </pc:spChg>
        <pc:spChg chg="del">
          <ac:chgData name="Abhijeet Thakur" userId="6e202b16-1a41-44fa-a56c-6ea815002fd8" providerId="ADAL" clId="{36409CA2-4E6A-4548-BC67-38B2780BEA99}" dt="2026-04-29T04:41:11.967" v="374" actId="478"/>
          <ac:spMkLst>
            <pc:docMk/>
            <pc:sldMk cId="0" sldId="256"/>
            <ac:spMk id="3" creationId="{1CA699F8-7804-44B2-BA5D-F9714FFF628C}"/>
          </ac:spMkLst>
        </pc:spChg>
        <pc:spChg chg="del">
          <ac:chgData name="Abhijeet Thakur" userId="6e202b16-1a41-44fa-a56c-6ea815002fd8" providerId="ADAL" clId="{36409CA2-4E6A-4548-BC67-38B2780BEA99}" dt="2026-04-29T04:41:05.602" v="373" actId="478"/>
          <ac:spMkLst>
            <pc:docMk/>
            <pc:sldMk cId="0" sldId="256"/>
            <ac:spMk id="4" creationId="{AA1BF51C-CEDC-49E8-8A87-0993AA7E769A}"/>
          </ac:spMkLst>
        </pc:spChg>
        <pc:spChg chg="del">
          <ac:chgData name="Abhijeet Thakur" userId="6e202b16-1a41-44fa-a56c-6ea815002fd8" providerId="ADAL" clId="{36409CA2-4E6A-4548-BC67-38B2780BEA99}" dt="2026-04-29T04:41:14.185" v="375" actId="478"/>
          <ac:spMkLst>
            <pc:docMk/>
            <pc:sldMk cId="0" sldId="256"/>
            <ac:spMk id="5" creationId="{F6E9A3AA-D492-4BAF-87E6-F24D0B3B6DC6}"/>
          </ac:spMkLst>
        </pc:spChg>
        <pc:spChg chg="mod">
          <ac:chgData name="Abhijeet Thakur" userId="6e202b16-1a41-44fa-a56c-6ea815002fd8" providerId="ADAL" clId="{36409CA2-4E6A-4548-BC67-38B2780BEA99}" dt="2026-04-29T04:31:01.446" v="0"/>
          <ac:spMkLst>
            <pc:docMk/>
            <pc:sldMk cId="0" sldId="256"/>
            <ac:spMk id="7" creationId="{E28825BC-651F-89E1-1EE9-6AFC60DE2359}"/>
          </ac:spMkLst>
        </pc:spChg>
        <pc:spChg chg="mod">
          <ac:chgData name="Abhijeet Thakur" userId="6e202b16-1a41-44fa-a56c-6ea815002fd8" providerId="ADAL" clId="{36409CA2-4E6A-4548-BC67-38B2780BEA99}" dt="2026-04-29T04:35:37.517" v="180"/>
          <ac:spMkLst>
            <pc:docMk/>
            <pc:sldMk cId="0" sldId="256"/>
            <ac:spMk id="9" creationId="{412E8BC1-B057-329B-DC42-F05CAAD45561}"/>
          </ac:spMkLst>
        </pc:spChg>
        <pc:spChg chg="mod">
          <ac:chgData name="Abhijeet Thakur" userId="6e202b16-1a41-44fa-a56c-6ea815002fd8" providerId="ADAL" clId="{36409CA2-4E6A-4548-BC67-38B2780BEA99}" dt="2026-04-29T04:31:49.920" v="54" actId="20577"/>
          <ac:spMkLst>
            <pc:docMk/>
            <pc:sldMk cId="0" sldId="256"/>
            <ac:spMk id="10" creationId="{7606F929-4218-D885-5028-587BF8C3F123}"/>
          </ac:spMkLst>
        </pc:spChg>
        <pc:spChg chg="mod">
          <ac:chgData name="Abhijeet Thakur" userId="6e202b16-1a41-44fa-a56c-6ea815002fd8" providerId="ADAL" clId="{36409CA2-4E6A-4548-BC67-38B2780BEA99}" dt="2026-04-29T04:31:01.446" v="0"/>
          <ac:spMkLst>
            <pc:docMk/>
            <pc:sldMk cId="0" sldId="256"/>
            <ac:spMk id="12" creationId="{C2E714F2-74B8-6A56-3CC6-9CC88D1384F9}"/>
          </ac:spMkLst>
        </pc:spChg>
        <pc:graphicFrameChg chg="mod modGraphic">
          <ac:chgData name="Abhijeet Thakur" userId="6e202b16-1a41-44fa-a56c-6ea815002fd8" providerId="ADAL" clId="{36409CA2-4E6A-4548-BC67-38B2780BEA99}" dt="2026-04-29T04:41:30.482" v="377" actId="113"/>
          <ac:graphicFrameMkLst>
            <pc:docMk/>
            <pc:sldMk cId="0" sldId="256"/>
            <ac:graphicFrameMk id="8" creationId="{3468B6F4-40D6-B359-0CAE-36DDBE599505}"/>
          </ac:graphicFrameMkLst>
        </pc:graphicFrameChg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56"/>
            <ac:picMk id="1025" creationId="{BD7A39F9-EA70-F891-DB33-D09082056FD0}"/>
          </ac:picMkLst>
        </pc:picChg>
      </pc:sldChg>
      <pc:sldChg chg="modSp mod">
        <pc:chgData name="Abhijeet Thakur" userId="6e202b16-1a41-44fa-a56c-6ea815002fd8" providerId="ADAL" clId="{36409CA2-4E6A-4548-BC67-38B2780BEA99}" dt="2026-04-29T04:35:37.517" v="180"/>
        <pc:sldMkLst>
          <pc:docMk/>
          <pc:sldMk cId="0" sldId="257"/>
        </pc:sldMkLst>
        <pc:spChg chg="mod">
          <ac:chgData name="Abhijeet Thakur" userId="6e202b16-1a41-44fa-a56c-6ea815002fd8" providerId="ADAL" clId="{36409CA2-4E6A-4548-BC67-38B2780BEA99}" dt="2026-04-29T04:35:37.517" v="180"/>
          <ac:spMkLst>
            <pc:docMk/>
            <pc:sldMk cId="0" sldId="257"/>
            <ac:spMk id="13" creationId="{153CA4E5-B42E-8676-9E9A-78E5312A61E3}"/>
          </ac:spMkLst>
        </pc:spChg>
      </pc:sldChg>
      <pc:sldChg chg="modSp mod">
        <pc:chgData name="Abhijeet Thakur" userId="6e202b16-1a41-44fa-a56c-6ea815002fd8" providerId="ADAL" clId="{36409CA2-4E6A-4548-BC67-38B2780BEA99}" dt="2026-04-29T04:36:23.981" v="230" actId="20577"/>
        <pc:sldMkLst>
          <pc:docMk/>
          <pc:sldMk cId="0" sldId="260"/>
        </pc:sldMkLst>
        <pc:spChg chg="mod">
          <ac:chgData name="Abhijeet Thakur" userId="6e202b16-1a41-44fa-a56c-6ea815002fd8" providerId="ADAL" clId="{36409CA2-4E6A-4548-BC67-38B2780BEA99}" dt="2026-04-29T04:36:23.981" v="230" actId="20577"/>
          <ac:spMkLst>
            <pc:docMk/>
            <pc:sldMk cId="0" sldId="260"/>
            <ac:spMk id="2" creationId="{00000000-0000-0000-0000-000000000000}"/>
          </ac:spMkLst>
        </pc:spChg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60"/>
            <ac:picMk id="12" creationId="{C22B37EB-0552-D423-454C-0EEB51E2F6A4}"/>
          </ac:picMkLst>
        </pc:picChg>
      </pc:sldChg>
      <pc:sldChg chg="modSp mod">
        <pc:chgData name="Abhijeet Thakur" userId="6e202b16-1a41-44fa-a56c-6ea815002fd8" providerId="ADAL" clId="{36409CA2-4E6A-4548-BC67-38B2780BEA99}" dt="2026-04-29T04:35:57.281" v="203" actId="20577"/>
        <pc:sldMkLst>
          <pc:docMk/>
          <pc:sldMk cId="0" sldId="261"/>
        </pc:sldMkLst>
        <pc:spChg chg="mod">
          <ac:chgData name="Abhijeet Thakur" userId="6e202b16-1a41-44fa-a56c-6ea815002fd8" providerId="ADAL" clId="{36409CA2-4E6A-4548-BC67-38B2780BEA99}" dt="2026-04-29T04:35:57.281" v="203" actId="20577"/>
          <ac:spMkLst>
            <pc:docMk/>
            <pc:sldMk cId="0" sldId="261"/>
            <ac:spMk id="2" creationId="{00000000-0000-0000-0000-000000000000}"/>
          </ac:spMkLst>
        </pc:spChg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61"/>
            <ac:picMk id="12" creationId="{15B08B05-0703-B788-AE9F-75D92B3AEE3F}"/>
          </ac:picMkLst>
        </pc:picChg>
      </pc:sldChg>
      <pc:sldChg chg="modSp mod">
        <pc:chgData name="Abhijeet Thakur" userId="6e202b16-1a41-44fa-a56c-6ea815002fd8" providerId="ADAL" clId="{36409CA2-4E6A-4548-BC67-38B2780BEA99}" dt="2026-04-29T04:37:13.317" v="297" actId="20577"/>
        <pc:sldMkLst>
          <pc:docMk/>
          <pc:sldMk cId="0" sldId="262"/>
        </pc:sldMkLst>
        <pc:spChg chg="mod">
          <ac:chgData name="Abhijeet Thakur" userId="6e202b16-1a41-44fa-a56c-6ea815002fd8" providerId="ADAL" clId="{36409CA2-4E6A-4548-BC67-38B2780BEA99}" dt="2026-04-29T04:37:13.317" v="297" actId="20577"/>
          <ac:spMkLst>
            <pc:docMk/>
            <pc:sldMk cId="0" sldId="262"/>
            <ac:spMk id="2" creationId="{00000000-0000-0000-0000-000000000000}"/>
          </ac:spMkLst>
        </pc:spChg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62"/>
            <ac:picMk id="12" creationId="{DB6ED453-F2F4-F511-0516-B61990BF6417}"/>
          </ac:picMkLst>
        </pc:picChg>
      </pc:sldChg>
      <pc:sldChg chg="modSp mod">
        <pc:chgData name="Abhijeet Thakur" userId="6e202b16-1a41-44fa-a56c-6ea815002fd8" providerId="ADAL" clId="{36409CA2-4E6A-4548-BC67-38B2780BEA99}" dt="2026-04-29T04:36:52.596" v="261" actId="20577"/>
        <pc:sldMkLst>
          <pc:docMk/>
          <pc:sldMk cId="0" sldId="263"/>
        </pc:sldMkLst>
        <pc:spChg chg="mod">
          <ac:chgData name="Abhijeet Thakur" userId="6e202b16-1a41-44fa-a56c-6ea815002fd8" providerId="ADAL" clId="{36409CA2-4E6A-4548-BC67-38B2780BEA99}" dt="2026-04-29T04:36:52.596" v="261" actId="20577"/>
          <ac:spMkLst>
            <pc:docMk/>
            <pc:sldMk cId="0" sldId="263"/>
            <ac:spMk id="2" creationId="{00000000-0000-0000-0000-000000000000}"/>
          </ac:spMkLst>
        </pc:spChg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63"/>
            <ac:picMk id="12" creationId="{F87E96FF-7537-FBCC-BA46-184AFCE65DE6}"/>
          </ac:picMkLst>
        </pc:picChg>
      </pc:sldChg>
      <pc:sldChg chg="modSp mod">
        <pc:chgData name="Abhijeet Thakur" userId="6e202b16-1a41-44fa-a56c-6ea815002fd8" providerId="ADAL" clId="{36409CA2-4E6A-4548-BC67-38B2780BEA99}" dt="2026-04-29T04:37:31.870" v="314" actId="20577"/>
        <pc:sldMkLst>
          <pc:docMk/>
          <pc:sldMk cId="0" sldId="264"/>
        </pc:sldMkLst>
        <pc:spChg chg="mod">
          <ac:chgData name="Abhijeet Thakur" userId="6e202b16-1a41-44fa-a56c-6ea815002fd8" providerId="ADAL" clId="{36409CA2-4E6A-4548-BC67-38B2780BEA99}" dt="2026-04-29T04:37:31.870" v="314" actId="20577"/>
          <ac:spMkLst>
            <pc:docMk/>
            <pc:sldMk cId="0" sldId="264"/>
            <ac:spMk id="2" creationId="{00000000-0000-0000-0000-000000000000}"/>
          </ac:spMkLst>
        </pc:spChg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64"/>
            <ac:picMk id="12" creationId="{6C483EC8-29F3-1DCD-2497-4D72BB42C448}"/>
          </ac:picMkLst>
        </pc:picChg>
      </pc:sldChg>
      <pc:sldChg chg="modSp del">
        <pc:chgData name="Abhijeet Thakur" userId="6e202b16-1a41-44fa-a56c-6ea815002fd8" providerId="ADAL" clId="{36409CA2-4E6A-4548-BC67-38B2780BEA99}" dt="2026-04-29T04:39:42.663" v="315" actId="47"/>
        <pc:sldMkLst>
          <pc:docMk/>
          <pc:sldMk cId="0" sldId="265"/>
        </pc:sldMkLst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65"/>
            <ac:picMk id="12" creationId="{E65928E8-FFBB-4A1C-7D00-733F0B9BED13}"/>
          </ac:picMkLst>
        </pc:picChg>
      </pc:sldChg>
      <pc:sldChg chg="modSp mod">
        <pc:chgData name="Abhijeet Thakur" userId="6e202b16-1a41-44fa-a56c-6ea815002fd8" providerId="ADAL" clId="{36409CA2-4E6A-4548-BC67-38B2780BEA99}" dt="2026-04-29T04:40:09.046" v="338" actId="20577"/>
        <pc:sldMkLst>
          <pc:docMk/>
          <pc:sldMk cId="0" sldId="266"/>
        </pc:sldMkLst>
        <pc:spChg chg="mod">
          <ac:chgData name="Abhijeet Thakur" userId="6e202b16-1a41-44fa-a56c-6ea815002fd8" providerId="ADAL" clId="{36409CA2-4E6A-4548-BC67-38B2780BEA99}" dt="2026-04-29T04:40:09.046" v="338" actId="20577"/>
          <ac:spMkLst>
            <pc:docMk/>
            <pc:sldMk cId="0" sldId="266"/>
            <ac:spMk id="2" creationId="{00000000-0000-0000-0000-000000000000}"/>
          </ac:spMkLst>
        </pc:spChg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66"/>
            <ac:picMk id="12" creationId="{406174CC-28D9-5B2F-60E6-9DDAC8A9641E}"/>
          </ac:picMkLst>
        </pc:picChg>
      </pc:sldChg>
      <pc:sldChg chg="modSp mod">
        <pc:chgData name="Abhijeet Thakur" userId="6e202b16-1a41-44fa-a56c-6ea815002fd8" providerId="ADAL" clId="{36409CA2-4E6A-4548-BC67-38B2780BEA99}" dt="2026-04-29T04:40:36.140" v="368" actId="20577"/>
        <pc:sldMkLst>
          <pc:docMk/>
          <pc:sldMk cId="0" sldId="267"/>
        </pc:sldMkLst>
        <pc:spChg chg="mod">
          <ac:chgData name="Abhijeet Thakur" userId="6e202b16-1a41-44fa-a56c-6ea815002fd8" providerId="ADAL" clId="{36409CA2-4E6A-4548-BC67-38B2780BEA99}" dt="2026-04-29T04:40:36.140" v="368" actId="20577"/>
          <ac:spMkLst>
            <pc:docMk/>
            <pc:sldMk cId="0" sldId="267"/>
            <ac:spMk id="2" creationId="{00000000-0000-0000-0000-000000000000}"/>
          </ac:spMkLst>
        </pc:spChg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67"/>
            <ac:picMk id="12" creationId="{94110054-BB37-017E-85E7-D29FF1F9949D}"/>
          </ac:picMkLst>
        </pc:picChg>
      </pc:sldChg>
      <pc:sldChg chg="modSp del">
        <pc:chgData name="Abhijeet Thakur" userId="6e202b16-1a41-44fa-a56c-6ea815002fd8" providerId="ADAL" clId="{36409CA2-4E6A-4548-BC67-38B2780BEA99}" dt="2026-04-29T04:40:38.958" v="369" actId="47"/>
        <pc:sldMkLst>
          <pc:docMk/>
          <pc:sldMk cId="0" sldId="268"/>
        </pc:sldMkLst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68"/>
            <ac:picMk id="12" creationId="{F00FD438-BBC2-BF3A-45E2-72EF09CCE0C8}"/>
          </ac:picMkLst>
        </pc:picChg>
      </pc:sldChg>
      <pc:sldChg chg="modSp del">
        <pc:chgData name="Abhijeet Thakur" userId="6e202b16-1a41-44fa-a56c-6ea815002fd8" providerId="ADAL" clId="{36409CA2-4E6A-4548-BC67-38B2780BEA99}" dt="2026-04-29T04:40:41.145" v="371" actId="47"/>
        <pc:sldMkLst>
          <pc:docMk/>
          <pc:sldMk cId="0" sldId="269"/>
        </pc:sldMkLst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69"/>
            <ac:picMk id="12" creationId="{F70B4AA9-1C02-D1B0-A749-875659586E9C}"/>
          </ac:picMkLst>
        </pc:picChg>
      </pc:sldChg>
      <pc:sldChg chg="modSp del">
        <pc:chgData name="Abhijeet Thakur" userId="6e202b16-1a41-44fa-a56c-6ea815002fd8" providerId="ADAL" clId="{36409CA2-4E6A-4548-BC67-38B2780BEA99}" dt="2026-04-29T04:40:40.255" v="370" actId="47"/>
        <pc:sldMkLst>
          <pc:docMk/>
          <pc:sldMk cId="0" sldId="270"/>
        </pc:sldMkLst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0" sldId="270"/>
            <ac:picMk id="12" creationId="{0EC44EDD-C8DA-CC3C-0F63-0E17EDF6051C}"/>
          </ac:picMkLst>
        </pc:picChg>
      </pc:sldChg>
      <pc:sldChg chg="modSp">
        <pc:chgData name="Abhijeet Thakur" userId="6e202b16-1a41-44fa-a56c-6ea815002fd8" providerId="ADAL" clId="{36409CA2-4E6A-4548-BC67-38B2780BEA99}" dt="2026-04-29T04:31:01.446" v="0"/>
        <pc:sldMkLst>
          <pc:docMk/>
          <pc:sldMk cId="0" sldId="271"/>
        </pc:sldMkLst>
        <pc:spChg chg="mod">
          <ac:chgData name="Abhijeet Thakur" userId="6e202b16-1a41-44fa-a56c-6ea815002fd8" providerId="ADAL" clId="{36409CA2-4E6A-4548-BC67-38B2780BEA99}" dt="2026-04-29T04:31:01.446" v="0"/>
          <ac:spMkLst>
            <pc:docMk/>
            <pc:sldMk cId="0" sldId="271"/>
            <ac:spMk id="2" creationId="{00000000-0000-0000-0000-000000000000}"/>
          </ac:spMkLst>
        </pc:spChg>
      </pc:sldChg>
      <pc:sldChg chg="modSp">
        <pc:chgData name="Abhijeet Thakur" userId="6e202b16-1a41-44fa-a56c-6ea815002fd8" providerId="ADAL" clId="{36409CA2-4E6A-4548-BC67-38B2780BEA99}" dt="2026-04-29T04:31:01.446" v="0"/>
        <pc:sldMkLst>
          <pc:docMk/>
          <pc:sldMk cId="3741478257" sldId="272"/>
        </pc:sldMkLst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3741478257" sldId="272"/>
            <ac:picMk id="3" creationId="{9F634368-779D-6F90-4C43-B9AA82A14F5D}"/>
          </ac:picMkLst>
        </pc:picChg>
      </pc:sldChg>
      <pc:sldChg chg="modSp del">
        <pc:chgData name="Abhijeet Thakur" userId="6e202b16-1a41-44fa-a56c-6ea815002fd8" providerId="ADAL" clId="{36409CA2-4E6A-4548-BC67-38B2780BEA99}" dt="2026-04-29T04:40:41.690" v="372" actId="47"/>
        <pc:sldMkLst>
          <pc:docMk/>
          <pc:sldMk cId="735630448" sldId="273"/>
        </pc:sldMkLst>
        <pc:picChg chg="mod">
          <ac:chgData name="Abhijeet Thakur" userId="6e202b16-1a41-44fa-a56c-6ea815002fd8" providerId="ADAL" clId="{36409CA2-4E6A-4548-BC67-38B2780BEA99}" dt="2026-04-29T04:31:01.446" v="0"/>
          <ac:picMkLst>
            <pc:docMk/>
            <pc:sldMk cId="735630448" sldId="273"/>
            <ac:picMk id="3" creationId="{40FE7163-B089-44C3-B17B-1B3496E4F162}"/>
          </ac:picMkLst>
        </pc:picChg>
      </pc:sldChg>
      <pc:sldMasterChg chg="modSp modSldLayout">
        <pc:chgData name="Abhijeet Thakur" userId="6e202b16-1a41-44fa-a56c-6ea815002fd8" providerId="ADAL" clId="{36409CA2-4E6A-4548-BC67-38B2780BEA99}" dt="2026-04-29T04:31:01.446" v="0"/>
        <pc:sldMasterMkLst>
          <pc:docMk/>
          <pc:sldMasterMk cId="2209977519" sldId="2147483648"/>
        </pc:sldMasterMkLst>
        <pc:spChg chg="mod">
          <ac:chgData name="Abhijeet Thakur" userId="6e202b16-1a41-44fa-a56c-6ea815002fd8" providerId="ADAL" clId="{36409CA2-4E6A-4548-BC67-38B2780BEA99}" dt="2026-04-29T04:31:01.446" v="0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Abhijeet Thakur" userId="6e202b16-1a41-44fa-a56c-6ea815002fd8" providerId="ADAL" clId="{36409CA2-4E6A-4548-BC67-38B2780BEA99}" dt="2026-04-29T04:31:01.446" v="0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Abhijeet Thakur" userId="6e202b16-1a41-44fa-a56c-6ea815002fd8" providerId="ADAL" clId="{36409CA2-4E6A-4548-BC67-38B2780BEA99}" dt="2026-04-29T04:31:01.446" v="0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Abhijeet Thakur" userId="6e202b16-1a41-44fa-a56c-6ea815002fd8" providerId="ADAL" clId="{36409CA2-4E6A-4548-BC67-38B2780BEA99}" dt="2026-04-29T04:31:01.446" v="0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Abhijeet Thakur" userId="6e202b16-1a41-44fa-a56c-6ea815002fd8" providerId="ADAL" clId="{36409CA2-4E6A-4548-BC67-38B2780BEA99}" dt="2026-04-29T04:31:01.446" v="0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Abhijeet Thakur" userId="6e202b16-1a41-44fa-a56c-6ea815002fd8" providerId="ADAL" clId="{36409CA2-4E6A-4548-BC67-38B2780BEA99}" dt="2026-04-29T04:31:01.446" v="0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Abhijeet Thakur" userId="6e202b16-1a41-44fa-a56c-6ea815002fd8" providerId="ADAL" clId="{36409CA2-4E6A-4548-BC67-38B2780BEA99}" dt="2026-04-29T04:31:01.446" v="0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Abhijeet Thakur" userId="6e202b16-1a41-44fa-a56c-6ea815002fd8" providerId="ADAL" clId="{36409CA2-4E6A-4548-BC67-38B2780BEA99}" dt="2026-04-29T04:31:01.446" v="0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Abhijeet Thakur" userId="6e202b16-1a41-44fa-a56c-6ea815002fd8" providerId="ADAL" clId="{36409CA2-4E6A-4548-BC67-38B2780BEA99}" dt="2026-04-29T04:31:01.446" v="0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Abhijeet Thakur" userId="6e202b16-1a41-44fa-a56c-6ea815002fd8" providerId="ADAL" clId="{36409CA2-4E6A-4548-BC67-38B2780BEA99}" dt="2026-04-29T04:31:01.446" v="0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Abhijeet Thakur" userId="6e202b16-1a41-44fa-a56c-6ea815002fd8" providerId="ADAL" clId="{36409CA2-4E6A-4548-BC67-38B2780BEA99}" dt="2026-04-29T04:31:01.446" v="0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Abhijeet Thakur" userId="6e202b16-1a41-44fa-a56c-6ea815002fd8" providerId="ADAL" clId="{36409CA2-4E6A-4548-BC67-38B2780BEA99}" dt="2026-04-29T04:31:01.446" v="0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Abhijeet Thakur" userId="6e202b16-1a41-44fa-a56c-6ea815002fd8" providerId="ADAL" clId="{36409CA2-4E6A-4548-BC67-38B2780BEA99}" dt="2026-04-29T04:31:01.446" v="0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E55AC-BA30-48DF-88EF-34239EA4B21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B30D0-B7FA-4CDA-A511-9C4D33DCD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9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4B73-9E81-4E22-924A-9F172DC87BFF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6A7B-4C32-4756-B358-4E2DFD763F77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3C906-2C15-4955-8B64-30FDDD4F403A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372-F171-4406-879F-25710C73CE3B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E26D4-EC01-4110-B940-D4261907FE19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E3BC-59D9-4B87-B660-DBC9C2242851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E5DE2-A4E1-491F-ABE1-D921CDC5C8E5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8FFFB-60BA-4E55-A67A-88DDC0EFE821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12D4-881D-4333-899E-79F3B7A3A536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7B08-49F6-46C6-871C-3707F8E1AA45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ABD1-20A4-4605-BF47-395D87E0EEF8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A60CA-9225-43EE-AC84-7714F0720D0D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281" y="274639"/>
            <a:ext cx="5598160" cy="457199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PROJECT PRESENTATION ON</a:t>
            </a:r>
            <a:endParaRPr lang="en-IN" sz="2400" b="1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825BC-651F-89E1-1EE9-6AFC60DE2359}"/>
              </a:ext>
            </a:extLst>
          </p:cNvPr>
          <p:cNvSpPr txBox="1"/>
          <p:nvPr/>
        </p:nvSpPr>
        <p:spPr>
          <a:xfrm>
            <a:off x="2105795" y="776523"/>
            <a:ext cx="8857342" cy="94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 smtClean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CUSTOMER CHURN ANALYSIS AND PREDICTIVE REPORTING USING MACHINE LEARNING AND POWER BI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68B6F4-40D6-B359-0CAE-36DDBE599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302262"/>
              </p:ext>
            </p:extLst>
          </p:nvPr>
        </p:nvGraphicFramePr>
        <p:xfrm>
          <a:off x="3804920" y="3056238"/>
          <a:ext cx="5008881" cy="17411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3518">
                  <a:extLst>
                    <a:ext uri="{9D8B030D-6E8A-4147-A177-3AD203B41FA5}">
                      <a16:colId xmlns:a16="http://schemas.microsoft.com/office/drawing/2014/main" val="1293408815"/>
                    </a:ext>
                  </a:extLst>
                </a:gridCol>
                <a:gridCol w="3635363">
                  <a:extLst>
                    <a:ext uri="{9D8B030D-6E8A-4147-A177-3AD203B41FA5}">
                      <a16:colId xmlns:a16="http://schemas.microsoft.com/office/drawing/2014/main" val="2181770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PRN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STUDENT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6521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2401202016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Dipannita Pramanik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582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2401202043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Sanjivani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Sathe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259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2401202023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Kanak</a:t>
                      </a:r>
                      <a:r>
                        <a:rPr lang="en-US" sz="1800" baseline="0" dirty="0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Ghanekar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1954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2401202004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8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Anant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Singhal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0327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2401202083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Gouri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Juvekar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0324003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412E8BC1-B057-329B-DC42-F05CAAD45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1" y="1687851"/>
            <a:ext cx="77927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BACHELOR</a:t>
            </a:r>
            <a:r>
              <a:rPr lang="en-US" altLang="en-US" b="1" i="1" dirty="0" smtClean="0">
                <a:solidFill>
                  <a:srgbClr val="444444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OF SCIENCE IN DATA SCIENCE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SUBMITTED BY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GROUP NO </a:t>
            </a:r>
            <a:r>
              <a:rPr lang="en-US" altLang="en-US" dirty="0" smtClean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02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BD7A39F9-EA70-F891-DB33-D09082056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31" y="274639"/>
            <a:ext cx="1241425" cy="121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7606F929-4218-D885-5028-587BF8C3F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321" y="5564824"/>
            <a:ext cx="8514080" cy="128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SCHOOL OF DATA SCIENCE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SYMBIOSIS SKILLS AND PROFESSIONAL UNIVERSITY, PUNE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ACADEMIC YEAR 2025-26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E714F2-74B8-6A56-3CC6-9CC88D1384F9}"/>
              </a:ext>
            </a:extLst>
          </p:cNvPr>
          <p:cNvSpPr txBox="1"/>
          <p:nvPr/>
        </p:nvSpPr>
        <p:spPr>
          <a:xfrm>
            <a:off x="3754121" y="4911359"/>
            <a:ext cx="5110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UNDER THE GUIDANCE OF</a:t>
            </a:r>
            <a:endParaRPr lang="en-US" altLang="en-US" sz="800" dirty="0"/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Dr. </a:t>
            </a:r>
            <a:r>
              <a:rPr lang="en-US" altLang="en-US" b="1" dirty="0" err="1" smtClean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Abhijeet</a:t>
            </a:r>
            <a:r>
              <a:rPr lang="en-US" altLang="en-US" b="1" dirty="0" smtClean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Thakur</a:t>
            </a:r>
            <a:endParaRPr lang="en-US" alt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4607F4E-B3B7-0D78-813C-09C522B00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2297-81BE-47E7-8148-3269759BF043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2BA6DED-61A5-F26D-A295-9F91AAD9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A2F697-00FA-2957-9F36-118D442D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53CA4E5-B42E-8676-9E9A-78E5312A6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160" y="1493302"/>
            <a:ext cx="7792720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Introduction</a:t>
            </a:r>
            <a:endParaRPr lang="en-IN" b="1" kern="0" dirty="0">
              <a:solidFill>
                <a:srgbClr val="365F91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Literature Review/ Background Study </a:t>
            </a:r>
            <a:endParaRPr lang="en-IN" sz="1800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System Design &amp; Methodology</a:t>
            </a:r>
            <a:endParaRPr lang="en-IN" sz="1800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Data Collection &amp; Preprocessing</a:t>
            </a:r>
            <a:endParaRPr lang="en-IN" sz="1800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Model Development / Implementation</a:t>
            </a:r>
            <a:endParaRPr lang="en-IN" sz="1800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Results &amp; Analysis</a:t>
            </a:r>
            <a:endParaRPr lang="en-IN" sz="1800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Integration of Subjects</a:t>
            </a: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Conclusion &amp; Future Work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556C-8357-E0CE-D4DB-76E6F003A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BD752EC-987B-2715-FFDE-5B1A4C106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2877-ACF8-4F52-B0C3-10BCE0AD13A2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297ECCD-2401-856F-1F6D-F49CB72F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76879E-62B6-0EA8-E62D-613D6D36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F634368-779D-6F90-4C43-B9AA82A14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5026"/>
            <a:ext cx="593215" cy="5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hape 3"/>
          <p:cNvSpPr/>
          <p:nvPr/>
        </p:nvSpPr>
        <p:spPr>
          <a:xfrm>
            <a:off x="243840" y="914400"/>
            <a:ext cx="117043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13" name="Text 2"/>
          <p:cNvSpPr/>
          <p:nvPr/>
        </p:nvSpPr>
        <p:spPr>
          <a:xfrm>
            <a:off x="792480" y="130629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933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800" y="2052620"/>
            <a:ext cx="3305126" cy="34631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 5"/>
          <p:cNvSpPr/>
          <p:nvPr/>
        </p:nvSpPr>
        <p:spPr>
          <a:xfrm>
            <a:off x="243840" y="1314176"/>
            <a:ext cx="6096000" cy="43612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867" dirty="0"/>
          </a:p>
          <a:p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occurs when customers stop using a bank's services. This project builds an end-to-end system integrating MySQL, Machine Learning, Power BI and Gemini AI to predict and prevent churn proactively.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exists in databases but is not used predictively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react after churn occurs — no early warning system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managers lack accessible, visual churn insights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4 ML models for churn prediction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retrieve data from MySQL database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 using SMOTE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interactive </a:t>
            </a: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</a:t>
            </a: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ChurnAI web app with Gemini AI strategies</a:t>
            </a: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3741478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0E974C8-1D40-B0E9-8EA1-A102CEE1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AB4-8BFC-4459-95F3-EFCA700A0286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858630C-3DCF-D553-549A-2B61A4B9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6122D8F-491A-2B01-2327-A0855E0E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15B08B05-0703-B788-AE9F-75D92B3AE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6900"/>
            <a:ext cx="593215" cy="5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2"/>
          <p:cNvSpPr/>
          <p:nvPr/>
        </p:nvSpPr>
        <p:spPr>
          <a:xfrm>
            <a:off x="792480" y="140541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/ BACKGROUND STUDY</a:t>
            </a:r>
            <a:endParaRPr lang="en-US" sz="2933" dirty="0"/>
          </a:p>
        </p:txBody>
      </p:sp>
      <p:sp>
        <p:nvSpPr>
          <p:cNvPr id="17" name="Shape 3"/>
          <p:cNvSpPr/>
          <p:nvPr/>
        </p:nvSpPr>
        <p:spPr>
          <a:xfrm>
            <a:off x="243840" y="914400"/>
            <a:ext cx="117043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211189"/>
              </p:ext>
            </p:extLst>
          </p:nvPr>
        </p:nvGraphicFramePr>
        <p:xfrm>
          <a:off x="6309360" y="2417792"/>
          <a:ext cx="5120640" cy="307238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(Ours)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 — after churn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— predicts churn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reporting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pipeline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risk scoring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probability 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insights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AI strategies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dashboards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Power BI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6"/>
          <p:cNvSpPr/>
          <p:nvPr/>
        </p:nvSpPr>
        <p:spPr>
          <a:xfrm>
            <a:off x="6309360" y="1797993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 ML-Based Approach</a:t>
            </a:r>
            <a:endParaRPr lang="en-US" sz="1600" dirty="0"/>
          </a:p>
        </p:txBody>
      </p:sp>
      <p:sp>
        <p:nvSpPr>
          <p:cNvPr id="20" name="Text 5"/>
          <p:cNvSpPr/>
          <p:nvPr/>
        </p:nvSpPr>
        <p:spPr>
          <a:xfrm>
            <a:off x="243840" y="1113156"/>
            <a:ext cx="5878286" cy="5124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867" dirty="0"/>
          </a:p>
          <a:p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traditionally used end-of-month reports to identify churned customers — a purely reactive approach. With growing competition, a proactive ML-based system is essential to retain customers before they leave.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 Identified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— MySQL for structured storage of 10,000 customer records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Binary classification models for churn prediction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Visual dashboards for non-technical business managers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— Gemini API for personalized retention strategies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Addressed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focus only on the model OR only the dashboard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in churn datasets is often ignored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interface for bank employees to assess risk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complete end-to-end pipeline</a:t>
            </a:r>
            <a:endParaRPr lang="en-US" sz="18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C185F9F-27B2-C6EC-FADA-948E34FB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B516-4AD8-4CA9-B8B2-FD7A5CC496AB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DDC1679-FFA1-EE26-8A67-FDE5FEF8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60BACB5-BDB2-1333-85B6-C3A1A5BD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C22B37EB-0552-D423-454C-0EEB51E2F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72" y="255668"/>
            <a:ext cx="593215" cy="5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5"/>
          <p:cNvSpPr/>
          <p:nvPr/>
        </p:nvSpPr>
        <p:spPr>
          <a:xfrm>
            <a:off x="243840" y="1417638"/>
            <a:ext cx="5852160" cy="41522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4 Layers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MySQL stores 10,000 customer records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 — Python ML pipeline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 — Google Gemini AI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Power BI + Streamlit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| Language: Python 3.x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Pandas, Scikit-learn, XGBoost, Imbalanced-learn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 Streamlit | AI: Google Gemini API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Power BI Desktop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churn prediction with risk scoring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retention strategies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 dashboard</a:t>
            </a:r>
            <a:endParaRPr lang="en-US" sz="1867" dirty="0"/>
          </a:p>
        </p:txBody>
      </p:sp>
      <p:sp>
        <p:nvSpPr>
          <p:cNvPr id="13" name="Text 2"/>
          <p:cNvSpPr/>
          <p:nvPr/>
        </p:nvSpPr>
        <p:spPr>
          <a:xfrm>
            <a:off x="792480" y="179309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 &amp; METHODOLOGY</a:t>
            </a:r>
            <a:endParaRPr lang="en-US" sz="2933" dirty="0"/>
          </a:p>
        </p:txBody>
      </p:sp>
      <p:sp>
        <p:nvSpPr>
          <p:cNvPr id="14" name="Shape 3"/>
          <p:cNvSpPr/>
          <p:nvPr/>
        </p:nvSpPr>
        <p:spPr>
          <a:xfrm>
            <a:off x="243840" y="931817"/>
            <a:ext cx="117043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709" y="1417638"/>
            <a:ext cx="4772691" cy="4753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A08A442-1B1D-BDE3-28EC-AF11D333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CB5F-EFDA-4123-9788-A9ED10CC40AC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C4C335B-F97E-48FF-F2CF-229A0907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06BD41-4B9A-48DD-CBE1-92C77373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F87E96FF-7537-FBCC-BA46-184AFCE65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72" y="198279"/>
            <a:ext cx="593215" cy="5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309" y="1646862"/>
            <a:ext cx="5114800" cy="39770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 5"/>
          <p:cNvSpPr/>
          <p:nvPr/>
        </p:nvSpPr>
        <p:spPr>
          <a:xfrm>
            <a:off x="365760" y="1132315"/>
            <a:ext cx="6217920" cy="5608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Bank Customer Churn (Kaggle)</a:t>
            </a:r>
            <a:endParaRPr lang="en-US" sz="1867" dirty="0"/>
          </a:p>
          <a:p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records | 11 features | Target: Exited (1=Churned, 0=Stayed) | No missing values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67" dirty="0"/>
          </a:p>
          <a:p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CreditScore, Geography, Gender, Age, Tenure, Balance, NumOfProducts, HasCrCard, IsActiveMember, EstimatedSalary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RowNumber, CustomerId, Surname — not useful for prediction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values found across all 10,000 records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 found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Encoding: Gender → Female=0, Male=1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Encoding: Geography → Germany, Spain columns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Normalizes all features to mean=0, std=1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— SMOTE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7,963 stayed | 2,037 churned (ratio 3.91:1)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SMOTE: 7,963 | 7,963 — perfectly balanced</a:t>
            </a:r>
            <a:endParaRPr lang="en-US" sz="1867" dirty="0"/>
          </a:p>
        </p:txBody>
      </p:sp>
      <p:sp>
        <p:nvSpPr>
          <p:cNvPr id="13" name="Text 2"/>
          <p:cNvSpPr/>
          <p:nvPr/>
        </p:nvSpPr>
        <p:spPr>
          <a:xfrm>
            <a:off x="792480" y="1219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 &amp; PREPROCESSING</a:t>
            </a:r>
            <a:endParaRPr lang="en-US" sz="2933" dirty="0"/>
          </a:p>
        </p:txBody>
      </p:sp>
      <p:sp>
        <p:nvSpPr>
          <p:cNvPr id="14" name="Shape 3"/>
          <p:cNvSpPr/>
          <p:nvPr/>
        </p:nvSpPr>
        <p:spPr>
          <a:xfrm>
            <a:off x="243840" y="914400"/>
            <a:ext cx="117043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E5565E2-5253-72A5-04D0-EC74695B2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17E-B2A1-46C0-A5DE-4DA3B8820EB5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82562B1-40B8-B1C3-EA6C-36998DE0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BE076DC-5C29-B04E-DF21-4A0CF6A0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DB6ED453-F2F4-F511-0516-B61990BF6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225276"/>
            <a:ext cx="593215" cy="5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5"/>
          <p:cNvSpPr/>
          <p:nvPr/>
        </p:nvSpPr>
        <p:spPr>
          <a:xfrm>
            <a:off x="365760" y="1308029"/>
            <a:ext cx="5024846" cy="37777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867" dirty="0"/>
          </a:p>
          <a:p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| 20% Testing on SMOTE-balanced dataset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Trained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Baseline linear binary classifier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Tree-based, max depth 10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Ensemble of 100 trees (bagging)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Sequential gradient boosting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Criteria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AUC Score — best discrimination ability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Recall for Churned class (catch max churners)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 — AUC 0.9626 (highest)</a:t>
            </a:r>
            <a:endParaRPr lang="en-US" sz="1867" dirty="0"/>
          </a:p>
        </p:txBody>
      </p:sp>
      <p:sp>
        <p:nvSpPr>
          <p:cNvPr id="13" name="Text 2"/>
          <p:cNvSpPr/>
          <p:nvPr/>
        </p:nvSpPr>
        <p:spPr>
          <a:xfrm>
            <a:off x="792480" y="148917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DEVELOPMENT / IMPLEMENTATION</a:t>
            </a:r>
            <a:endParaRPr lang="en-US" sz="2933" dirty="0"/>
          </a:p>
        </p:txBody>
      </p:sp>
      <p:sp>
        <p:nvSpPr>
          <p:cNvPr id="14" name="Shape 3"/>
          <p:cNvSpPr/>
          <p:nvPr/>
        </p:nvSpPr>
        <p:spPr>
          <a:xfrm>
            <a:off x="243840" y="914400"/>
            <a:ext cx="117043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959" y="1434736"/>
            <a:ext cx="6394201" cy="35243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417C3BD-8747-45F8-B3D9-B360D9746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D7441-BE15-47AF-A5E2-16893975C0CA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1142A4-9500-EFDE-6FB1-2C6A32D1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D2A875-20A4-7C15-6226-88BF6687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6C483EC8-29F3-1DCD-2497-4D72BB42C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59" y="218979"/>
            <a:ext cx="593215" cy="5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5"/>
          <p:cNvSpPr/>
          <p:nvPr/>
        </p:nvSpPr>
        <p:spPr>
          <a:xfrm>
            <a:off x="365760" y="1093793"/>
            <a:ext cx="5120640" cy="4718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Best Model</a:t>
            </a:r>
            <a:endParaRPr lang="en-US" sz="1867" dirty="0"/>
          </a:p>
          <a:p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89.36% | AUC Score: 0.9626 | Test Samples: 3,186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Churned (0): Precision 0.91 | Recall 0.88 | F1 0.89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(1):      Precision 0.88 | Recall 0.90 | F1 0.89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0.90 → Model identifies 90% of actual churners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(Importance)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(0.2561) — Strongest predictor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NumOfProducts (0.1566) — Number of bank products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(0.1170) — Account balance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EstimatedSalary (0.0911)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40-60 are highest risk group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members are most likely to churn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shows highest churn concentration</a:t>
            </a:r>
            <a:endParaRPr lang="en-US" sz="1867" dirty="0"/>
          </a:p>
        </p:txBody>
      </p:sp>
      <p:sp>
        <p:nvSpPr>
          <p:cNvPr id="13" name="Text 2"/>
          <p:cNvSpPr/>
          <p:nvPr/>
        </p:nvSpPr>
        <p:spPr>
          <a:xfrm>
            <a:off x="792480" y="1426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ANALYSIS</a:t>
            </a:r>
            <a:endParaRPr lang="en-US" sz="2933" dirty="0"/>
          </a:p>
        </p:txBody>
      </p:sp>
      <p:sp>
        <p:nvSpPr>
          <p:cNvPr id="14" name="Shape 3"/>
          <p:cNvSpPr/>
          <p:nvPr/>
        </p:nvSpPr>
        <p:spPr>
          <a:xfrm>
            <a:off x="243840" y="914400"/>
            <a:ext cx="117043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415" y="1458655"/>
            <a:ext cx="6049203" cy="40146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4AEB759-4E92-6165-B8C9-DF665AB5C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4D323-D89D-4CDE-A700-8EBD408967ED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F842C73-C2B3-4E0E-09FC-9DB3B80F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662043-A953-A008-F58F-A18891DA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406174CC-28D9-5B2F-60E6-9DDAC8A96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72" y="198279"/>
            <a:ext cx="593215" cy="5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2"/>
          <p:cNvSpPr/>
          <p:nvPr/>
        </p:nvSpPr>
        <p:spPr>
          <a:xfrm>
            <a:off x="792480" y="1219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OF SUBJECTS</a:t>
            </a:r>
            <a:endParaRPr lang="en-US" sz="2933" dirty="0"/>
          </a:p>
        </p:txBody>
      </p:sp>
      <p:sp>
        <p:nvSpPr>
          <p:cNvPr id="13" name="Shape 3"/>
          <p:cNvSpPr/>
          <p:nvPr/>
        </p:nvSpPr>
        <p:spPr>
          <a:xfrm>
            <a:off x="243840" y="914400"/>
            <a:ext cx="117043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80999"/>
              </p:ext>
            </p:extLst>
          </p:nvPr>
        </p:nvGraphicFramePr>
        <p:xfrm>
          <a:off x="365760" y="1160400"/>
          <a:ext cx="11460480" cy="4949952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7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DS401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4 models (LR, DT, RF, XGBoost), applied SMOTE, cross validation, feature importance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DS402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Data Technologies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database stores 10,000 records; Python fetches data directly via SQL query for ML pipeline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DS403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to Power BI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smtClean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interactive </a:t>
                      </a: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with KPI cards, bar charts, donut charts, scatter plots and slicers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to Web 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ChurnAI Streamlit web app with real-time churn prediction, risk scoring and customer input 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DS405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to Artificial Intelligence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API generates personalized retention strategies based on ML churn predictions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7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DS406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Business Domain 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analytics, customer segmentation and actionable retention strategies for banking sector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9589E22-6F0D-706F-526B-0AB90496C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C15D-4493-408B-BBC0-BDFAB86B1C1B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2782F26-88D6-DCF2-84C7-A4D35079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88B5777-5B8F-A07B-9221-72814167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94110054-BB37-017E-85E7-D29FF1F99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72" y="255668"/>
            <a:ext cx="593215" cy="5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5"/>
          <p:cNvSpPr/>
          <p:nvPr/>
        </p:nvSpPr>
        <p:spPr>
          <a:xfrm>
            <a:off x="365760" y="1417638"/>
            <a:ext cx="11460480" cy="40825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67" dirty="0"/>
          </a:p>
          <a:p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delivered a complete end-to-end customer churn prediction system integrating all 6 subjects of B.Sc. Data Science Semester IV.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best AUC of 0.9626 and correctly identifies 90% of churners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corrected 3.91:1 class imbalance to perfectly balanced 50:50 distribution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transforms ML predictions into visual insights for non-technical stakeholders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ChurnAI web app with Gemini AI provides real-time predictions and business retention strategies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NumOfProducts and Balance identified as the top 3 churn predictors</a:t>
            </a:r>
            <a:endParaRPr lang="en-US" sz="1867" dirty="0"/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67" dirty="0"/>
          </a:p>
          <a:p>
            <a:r>
              <a:rPr lang="en-US" sz="1867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pipeline using Apache Kafka for live churn monitoring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(ANN/LSTM) to capture complex temporal behavior patterns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integration on customer feedback and complaints to enrich features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SMS/email alerts when churn probability crosses a defined threshold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for on-the-go access by bank relationship managers</a:t>
            </a:r>
            <a:endParaRPr lang="en-US" sz="1867" dirty="0"/>
          </a:p>
        </p:txBody>
      </p:sp>
      <p:sp>
        <p:nvSpPr>
          <p:cNvPr id="13" name="Text 2"/>
          <p:cNvSpPr/>
          <p:nvPr/>
        </p:nvSpPr>
        <p:spPr>
          <a:xfrm>
            <a:off x="792480" y="179309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2933" dirty="0"/>
          </a:p>
        </p:txBody>
      </p:sp>
      <p:sp>
        <p:nvSpPr>
          <p:cNvPr id="14" name="Shape 3"/>
          <p:cNvSpPr/>
          <p:nvPr/>
        </p:nvSpPr>
        <p:spPr>
          <a:xfrm>
            <a:off x="243840" y="914400"/>
            <a:ext cx="117043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613978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9D4B765-0A8A-5477-FD1D-481C5A42B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EF98-26EB-45C9-87EB-DDBBBC04F81E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913326B-5D9C-6198-6AD8-3757199EA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D08E0FF-AC49-C8C5-AD5B-D9ADC42F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1109</Words>
  <Application>Microsoft Office PowerPoint</Application>
  <PresentationFormat>Widescreen</PresentationFormat>
  <Paragraphs>212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MS Gothic</vt:lpstr>
      <vt:lpstr>Arial</vt:lpstr>
      <vt:lpstr>Calibri</vt:lpstr>
      <vt:lpstr>MS Mincho</vt:lpstr>
      <vt:lpstr>Times New Roman</vt:lpstr>
      <vt:lpstr>Office Theme</vt:lpstr>
      <vt:lpstr>A PROJECT PRESENTATION 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PROJECT PRESENTATION ON</dc:title>
  <dc:subject/>
  <dc:creator>Dipannita</dc:creator>
  <cp:keywords/>
  <dc:description>generated using python-pptx</dc:description>
  <cp:lastModifiedBy>ADMIN</cp:lastModifiedBy>
  <cp:revision>15</cp:revision>
  <dcterms:created xsi:type="dcterms:W3CDTF">2013-01-27T09:14:16Z</dcterms:created>
  <dcterms:modified xsi:type="dcterms:W3CDTF">2026-05-03T14:03:51Z</dcterms:modified>
  <cp:category/>
</cp:coreProperties>
</file>